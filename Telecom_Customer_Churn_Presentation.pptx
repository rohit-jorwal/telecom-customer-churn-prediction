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2181" y="365760"/>
            <a:ext cx="104444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Telecom Customer Churn Prediction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" y="3959793"/>
            <a:ext cx="6867521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/>
              <a:t>Global Consumer Intelligence (GCI) Final Assignment</a:t>
            </a:r>
          </a:p>
          <a:p>
            <a:r>
              <a:rPr lang="en-IN" sz="2400" b="1" dirty="0"/>
              <a:t>Submitted by</a:t>
            </a:r>
            <a:endParaRPr lang="en-IN" sz="2400" dirty="0"/>
          </a:p>
          <a:p>
            <a:r>
              <a:rPr lang="en-IN" sz="2400" b="1" dirty="0"/>
              <a:t>Rohit KUMAR Meena</a:t>
            </a:r>
            <a:endParaRPr lang="en-IN" sz="2400" dirty="0"/>
          </a:p>
          <a:p>
            <a:r>
              <a:rPr lang="en-IN" sz="2400" dirty="0" err="1"/>
              <a:t>B.Tech</a:t>
            </a:r>
            <a:r>
              <a:rPr lang="en-IN" sz="2400" dirty="0"/>
              <a:t> Mechanical Engineering</a:t>
            </a:r>
          </a:p>
          <a:p>
            <a:r>
              <a:rPr lang="en-IN" sz="2400" dirty="0"/>
              <a:t>Indian Institute of Technology Indore</a:t>
            </a:r>
          </a:p>
          <a:p>
            <a:r>
              <a:rPr lang="en-IN" sz="2400" dirty="0"/>
              <a:t>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1" y="914400"/>
            <a:ext cx="83732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Business Problem</a:t>
            </a:r>
          </a:p>
          <a:p>
            <a:r>
              <a:rPr lang="en-IN" dirty="0"/>
              <a:t>Telecommunication companies face significant financial losses due to customer churn. Identifying customers who are likely to leave enables the company to take proactive actions, improve customer satisfaction, and increase long-term revenue.</a:t>
            </a:r>
          </a:p>
          <a:p>
            <a:pPr>
              <a:defRPr sz="2200"/>
            </a:pPr>
            <a:endParaRPr lang="en-IN" dirty="0"/>
          </a:p>
          <a:p>
            <a:pPr>
              <a:defRPr sz="2200"/>
            </a:pPr>
            <a:r>
              <a:rPr dirty="0"/>
              <a:t>• Predict customer churn</a:t>
            </a:r>
          </a:p>
          <a:p>
            <a:endParaRPr lang="en-IN" dirty="0"/>
          </a:p>
          <a:p>
            <a:r>
              <a:rPr dirty="0"/>
              <a:t>• </a:t>
            </a:r>
            <a:r>
              <a:rPr sz="2000" dirty="0"/>
              <a:t>Reduce revenue loss</a:t>
            </a:r>
          </a:p>
          <a:p>
            <a:endParaRPr lang="en-IN" dirty="0"/>
          </a:p>
          <a:p>
            <a:r>
              <a:rPr dirty="0"/>
              <a:t>• </a:t>
            </a:r>
            <a:r>
              <a:rPr sz="2000" dirty="0"/>
              <a:t>Support retention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1173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Dataset Source</a:t>
            </a:r>
          </a:p>
          <a:p>
            <a:r>
              <a:rPr lang="en-IN" dirty="0"/>
              <a:t>• Company A Telecom Customer Dataset </a:t>
            </a:r>
          </a:p>
          <a:p>
            <a:r>
              <a:rPr lang="en-IN" dirty="0"/>
              <a:t>• Two linked tables: </a:t>
            </a:r>
            <a:r>
              <a:rPr lang="en-IN" b="1" dirty="0"/>
              <a:t>Client.csv</a:t>
            </a:r>
            <a:r>
              <a:rPr lang="en-IN" dirty="0"/>
              <a:t> and </a:t>
            </a:r>
            <a:r>
              <a:rPr lang="en-IN" b="1" dirty="0"/>
              <a:t>Record.csv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Dataset Summary</a:t>
            </a:r>
          </a:p>
          <a:p>
            <a:r>
              <a:rPr lang="en-IN" dirty="0"/>
              <a:t>• </a:t>
            </a:r>
            <a:r>
              <a:rPr lang="en-IN" b="1" dirty="0"/>
              <a:t>Total Customers:</a:t>
            </a:r>
            <a:r>
              <a:rPr lang="en-IN" dirty="0"/>
              <a:t> 17,518 </a:t>
            </a:r>
          </a:p>
          <a:p>
            <a:r>
              <a:rPr lang="en-IN" dirty="0"/>
              <a:t>• </a:t>
            </a:r>
            <a:r>
              <a:rPr lang="en-IN" b="1" dirty="0"/>
              <a:t>Total Features:</a:t>
            </a:r>
            <a:r>
              <a:rPr lang="en-IN" dirty="0"/>
              <a:t> 100 </a:t>
            </a:r>
          </a:p>
          <a:p>
            <a:r>
              <a:rPr lang="en-IN" dirty="0"/>
              <a:t>• </a:t>
            </a:r>
            <a:r>
              <a:rPr lang="en-IN" b="1" dirty="0"/>
              <a:t>Target Variable:</a:t>
            </a:r>
            <a:r>
              <a:rPr lang="en-IN" dirty="0"/>
              <a:t> Churn </a:t>
            </a:r>
          </a:p>
          <a:p>
            <a:pPr lvl="1"/>
            <a:r>
              <a:rPr lang="en-IN" b="1" dirty="0"/>
              <a:t>0 = Customer Stays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1 = Customer Churns</a:t>
            </a:r>
            <a:r>
              <a:rPr lang="en-IN" dirty="0"/>
              <a:t> </a:t>
            </a:r>
          </a:p>
          <a:p>
            <a:pPr lvl="1"/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Data Preparation</a:t>
            </a:r>
          </a:p>
          <a:p>
            <a:r>
              <a:rPr lang="en-IN" dirty="0"/>
              <a:t>• Merged both datasets using the customer ID. </a:t>
            </a:r>
          </a:p>
          <a:p>
            <a:r>
              <a:rPr lang="en-IN" dirty="0"/>
              <a:t>• Handled missing values. </a:t>
            </a:r>
          </a:p>
          <a:p>
            <a:r>
              <a:rPr lang="en-IN" dirty="0"/>
              <a:t>• Prepared the data for machine learning analysis.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4D5465E-A8F7-74EE-C4D7-B5AD297658D3}"/>
              </a:ext>
            </a:extLst>
          </p:cNvPr>
          <p:cNvSpPr txBox="1"/>
          <p:nvPr/>
        </p:nvSpPr>
        <p:spPr>
          <a:xfrm>
            <a:off x="4544567" y="1914673"/>
            <a:ext cx="3936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• </a:t>
            </a:r>
          </a:p>
          <a:p>
            <a:r>
              <a:rPr dirty="0"/>
              <a:t>•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your EDA graphs here:</a:t>
            </a:r>
          </a:p>
          <a:p>
            <a:r>
              <a:t>- Missing Values</a:t>
            </a:r>
          </a:p>
          <a:p>
            <a:r>
              <a:t>- Churn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945" y="1920240"/>
            <a:ext cx="4700143" cy="2651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rPr dirty="0"/>
              <a:t>Insert Missing Values Graph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097280"/>
            <a:ext cx="5303520" cy="3474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Insert Churn Distribution Graph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64024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Observation: Replace this text with the observations provided in the chat after inserting the graph.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D8B735-8271-8A38-0169-84F3E9B1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5684"/>
            <a:ext cx="5066258" cy="2925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294090-C614-0DB9-40C5-6DFC09C22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097280"/>
            <a:ext cx="587179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8056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Behavior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graphs:</a:t>
            </a:r>
          </a:p>
          <a:p>
            <a:r>
              <a:t>- Tenure vs Churn</a:t>
            </a:r>
          </a:p>
          <a:p>
            <a:r>
              <a:t>- Revenue vs Churn</a:t>
            </a:r>
          </a:p>
          <a:p>
            <a:r>
              <a:t>- Avg Monthly Minutes</a:t>
            </a:r>
          </a:p>
          <a:p>
            <a:r>
              <a:t>- Total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303520" cy="3474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Insert Tenure vs Churn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914400"/>
            <a:ext cx="5303520" cy="3474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Insert Revenue vs Churn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Observation: Replace this text with the observations provided in the chat after inserting the graph.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63AA6A-EDA2-E7EC-7093-F4F8696EB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126480" cy="3474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0F466-FC12-D701-0902-A98F51FB7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5879464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Data → Cleaning → Encoding → Scaling → Train/Test → Models</a:t>
            </a:r>
          </a:p>
          <a:p>
            <a:r>
              <a:t>Models: Logistic Regression, Decision Tree,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303520" cy="3474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Insert Average Monthly Minutes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914400"/>
            <a:ext cx="5303520" cy="3474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Insert Total Minutes Used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Observation: Replace this text with the observations provided in the chat after inserting the graph.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1FB5B-302F-C7FA-E88C-308142907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268" y="952740"/>
            <a:ext cx="6154557" cy="35278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6BC8FB-BDB1-C660-4FD8-1168A8203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04" y="706881"/>
            <a:ext cx="5909685" cy="37353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837397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Random Forest performed best.</a:t>
            </a:r>
          </a:p>
          <a:p>
            <a:r>
              <a:rPr dirty="0"/>
              <a:t>Accuracy: 62.53%</a:t>
            </a:r>
          </a:p>
          <a:p>
            <a:r>
              <a:rPr dirty="0"/>
              <a:t>ROC-AUC: 0.675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3B3A1-17CC-69E9-B94D-3E60CB31E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173605"/>
            <a:ext cx="8129016" cy="3968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9344"/>
            <a:ext cx="3561424" cy="2646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Identify high-risk customers</a:t>
            </a:r>
          </a:p>
          <a:p>
            <a:endParaRPr lang="en-IN" dirty="0"/>
          </a:p>
          <a:p>
            <a:r>
              <a:rPr dirty="0"/>
              <a:t>• Personalized offers</a:t>
            </a:r>
          </a:p>
          <a:p>
            <a:endParaRPr lang="en-IN" dirty="0"/>
          </a:p>
          <a:p>
            <a:r>
              <a:rPr dirty="0"/>
              <a:t>• Loyalty rewards</a:t>
            </a:r>
          </a:p>
          <a:p>
            <a:endParaRPr lang="en-IN" dirty="0"/>
          </a:p>
          <a:p>
            <a:r>
              <a:rPr dirty="0"/>
              <a:t>• Better support</a:t>
            </a:r>
          </a:p>
          <a:p>
            <a:endParaRPr lang="en-IN" dirty="0"/>
          </a:p>
          <a:p>
            <a:r>
              <a:rPr dirty="0"/>
              <a:t>• Increase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6400800" cy="502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Insert Confusion Matrix Image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9144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r>
              <a:t>• Shows True vs Predicted labels.</a:t>
            </a:r>
          </a:p>
          <a:p>
            <a:r>
              <a:t>• Higher diagonal values indicate better classification.</a:t>
            </a:r>
          </a:p>
          <a:p>
            <a:r>
              <a:t>• Supports Random Forest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6400800" cy="47548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Insert Confusion Matrix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1258EB-30AC-71CC-0358-17CF05ED5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93810"/>
            <a:ext cx="6637358" cy="5149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347704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Random Forest achieved the best performance.</a:t>
            </a:r>
          </a:p>
          <a:p>
            <a:endParaRPr lang="en-IN" dirty="0"/>
          </a:p>
          <a:p>
            <a:r>
              <a:rPr dirty="0"/>
              <a:t>• Predictive analytics can improve retention.</a:t>
            </a:r>
            <a:r>
              <a:rPr lang="en-IN" dirty="0"/>
              <a:t> 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</a:t>
            </a:r>
            <a:r>
              <a:rPr lang="en-IN" sz="6000" dirty="0">
                <a:highlight>
                  <a:srgbClr val="FFFF00"/>
                </a:highlight>
              </a:rPr>
              <a:t>THANK  YOU</a:t>
            </a:r>
            <a:endParaRPr sz="60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388</Words>
  <Application>Microsoft Office PowerPoint</Application>
  <PresentationFormat>Custom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 MEENA</dc:creator>
  <cp:keywords/>
  <dc:description>generated using python-pptx</dc:description>
  <cp:lastModifiedBy>Rohit Kumar Meena</cp:lastModifiedBy>
  <cp:revision>3</cp:revision>
  <dcterms:created xsi:type="dcterms:W3CDTF">2013-01-27T09:14:16Z</dcterms:created>
  <dcterms:modified xsi:type="dcterms:W3CDTF">2026-09-20T10:51:14Z</dcterms:modified>
  <cp:category/>
</cp:coreProperties>
</file>